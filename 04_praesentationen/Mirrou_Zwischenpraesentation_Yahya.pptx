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A84C"/>
                </a:solidFill>
              </a:rPr>
              <a:t>MIRROU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Creative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We don't just create content.
We build systems that perform.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</a:rPr>
              <a:t>Zwischenpraesentation  Abschlussprojekt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4C"/>
                </a:solidFill>
              </a:rPr>
              <a:t>Yahya Yildirim  |  Growth, Inbound &amp; Project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072591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</a:rPr>
              <a:t>WHY  Warum ich so gearbeitet habe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Kreativitaet ohne Strategie ist Kunst.
Kreativitaet mit Strategie ist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-&gt;  Der Beauty-, Health- &amp; Lifestyle-Markt ist gesaettigt -- wer keine messbare Wirkung hat, verliert.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83864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-&gt;  Meine Ueberzeugung: Ein Studio braucht kein groesseres Team -- es braucht ein besseres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7024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-&gt;  Deshalb: AI-first Denkweise, EU-konform, skalierbar von Tag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56632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-&gt;  Ziel: Mirrou als Performance Creative Studio -- nicht als Idee, sondern als laufendes Betriebssystem.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072591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</a:rPr>
              <a:t>HOW  Wie ich so gearbeitet habe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9A84C"/>
                </a:solidFill>
              </a:rPr>
              <a:t>Co-Creation Matrix -- mein operatives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5394960" cy="987552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Perplexity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482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Strategische Recherche &amp; Systemdenken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572768"/>
            <a:ext cx="5394960" cy="987552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482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Technische Umsetzung &amp; Code-Architektur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61488"/>
            <a:ext cx="5394960" cy="987552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VS Code + PowerShell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Development-Umgebung &amp;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761488"/>
            <a:ext cx="5394960" cy="987552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369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Versionskontrolle &amp; CI/CD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50208"/>
            <a:ext cx="5394960" cy="987552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Notion (280+ Seiten)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256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Projektdokumentation &amp; SOPs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950208"/>
            <a:ext cx="5394960" cy="987552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</a:rPr>
              <a:t>HubSpot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4256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CRM-Konfiguration &amp; Inbound-Pipeline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Methode: Test  -&gt;  Learn  -&gt;  Scale -- nicht perfekt starten, sondern schnell iterieren.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072591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</a:rPr>
              <a:t>HOW  Meine konkreten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</a:rPr>
              <a:t>Was ich gebaut &amp; koordiniert habe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20116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</a:rPr>
              <a:t>Bereich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572768"/>
            <a:ext cx="630936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002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</a:rPr>
              <a:t>Deliverable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572768"/>
            <a:ext cx="182880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6002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75688"/>
            <a:ext cx="201168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67128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84C"/>
                </a:solidFill>
              </a:rPr>
              <a:t>Strategie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75688"/>
            <a:ext cx="630936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167128"/>
            <a:ext cx="6199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Campaign Proposal (4 Clients)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075688"/>
            <a:ext cx="182880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16712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Fertig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88336"/>
            <a:ext cx="201168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79776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84C"/>
                </a:solidFill>
              </a:rPr>
              <a:t>CRM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688336"/>
            <a:ext cx="630936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779776"/>
            <a:ext cx="6199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HubSpot-Konfiguration via Ralph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688336"/>
            <a:ext cx="182880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779776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Konfiguriert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00984"/>
            <a:ext cx="201168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92424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84C"/>
                </a:solidFill>
              </a:rPr>
              <a:t>Dokumentation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300984"/>
            <a:ext cx="630936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392424"/>
            <a:ext cx="6199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Notion-Architektur (280+ Seiten)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300984"/>
            <a:ext cx="182880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392424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Fertig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913632"/>
            <a:ext cx="201168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005072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84C"/>
                </a:solidFill>
              </a:rPr>
              <a:t>Compliance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913632"/>
            <a:ext cx="630936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005072"/>
            <a:ext cx="6199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DSGVO + EU AI Act Asset-Tagging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3913632"/>
            <a:ext cx="182880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005072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Umgesetzt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26280"/>
            <a:ext cx="201168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61772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84C"/>
                </a:solidFill>
              </a:rPr>
              <a:t>Launch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526280"/>
            <a:ext cx="630936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4617720"/>
            <a:ext cx="6199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Mirrou Website -- 8 Sprachen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4526280"/>
            <a:ext cx="1828800" cy="5486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617720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138928"/>
            <a:ext cx="201168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230368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84C"/>
                </a:solidFill>
              </a:rPr>
              <a:t>Content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5138928"/>
            <a:ext cx="630936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5230368"/>
            <a:ext cx="6199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100+ AI-generierte Assets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5138928"/>
            <a:ext cx="1828800" cy="5486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523036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Produziert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072591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</a:rPr>
              <a:t>WHAT  Das Ergebnis: Mirrou Creative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Ein Performance Creative Studio --
nicht als Idee. Als laufendes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-&gt;  Website live -- 8 Sprachen, vollstaendig internationalisiert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5643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-&gt;  Cinematic Hero Section mit goldener Editorial-Aesthetik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23944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-&gt;  4 Case Studies: LumiSkin Pro, FitCore Elite, Essence Drift, Neural Glow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91456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-&gt;  100+ AI-generierte Assets, DSGVO &amp; EU AI Act konform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84C"/>
                </a:solidFill>
              </a:rPr>
              <a:t>https://mirrou-creative-studio-180023265254.europe-west3.run.app/de</a:t>
            </a:r>
          </a:p>
        </p:txBody>
      </p:sp>
      <p:pic>
        <p:nvPicPr>
          <p:cNvPr id="11" name="Picture 10" descr="mirrou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188720"/>
            <a:ext cx="237744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3544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Scan to open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1072591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</a:rPr>
              <a:t>WHAT  4 Clients. 4 Strategien. 1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 Clients. 4 Strategien. 1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394960" cy="196596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A84C"/>
                </a:solidFill>
              </a:rPr>
              <a:t>LumiSkin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585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Klinische Beauty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2432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Trust-Driven Funnel -&gt; Konversion durch Vertrauen &amp; klinische Evidenz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691640"/>
            <a:ext cx="5394960" cy="196596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A84C"/>
                </a:solidFill>
              </a:rPr>
              <a:t>FitCore Elite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2585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Sporternaehrung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62432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Test -&gt; Learn -&gt; Scale -- 3x ROAS in 60 Tagen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5394960" cy="196596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A84C"/>
                </a:solidFill>
              </a:rPr>
              <a:t>Essence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531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Niche Perfumery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81888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Storytelling-First -&gt; Emotionaler Resonanz-Score als KPI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886200"/>
            <a:ext cx="5394960" cy="196596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A84C"/>
                </a:solidFill>
              </a:rPr>
              <a:t>Neural Glow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44531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Tech-Beauty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481888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KI-Aesthetik als Brand Identity -- TikTok-native Visual 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A84C"/>
                </a:solidFill>
              </a:rPr>
              <a:t>MIRROU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Creative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Mirrou ist kein Projekt.
Es ist ein Betriebssystem.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</a:rPr>
              <a:t>AI x Fotografie x Performance-Daten -- die neue Sprache fuer Marken, die gehoert werden wollen.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84C"/>
                </a:solidFill>
              </a:rPr>
              <a:t>https://mirrou-creative-studio-180023265254.europe-west3.run.app/de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Yahya Yildirim  |  Growth, Inbound &amp; Project Lead  |  Mirrou Creative Studio</a:t>
            </a:r>
          </a:p>
        </p:txBody>
      </p:sp>
      <p:pic>
        <p:nvPicPr>
          <p:cNvPr id="10" name="Picture 9" descr="mirrou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251960"/>
            <a:ext cx="192024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